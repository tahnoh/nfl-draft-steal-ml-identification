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56375" y="78950"/>
            <a:ext cx="2558100" cy="47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The Fantastic Four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55" name="Google Shape;55;p13" title="combine_corr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651" y="483513"/>
            <a:ext cx="3814799" cy="206387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" name="Google Shape;56;p13" title="Screenshot 2026-03-16 at 9.22.11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63" y="1178791"/>
            <a:ext cx="4774523" cy="27859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3"/>
          <p:cNvSpPr txBox="1"/>
          <p:nvPr/>
        </p:nvSpPr>
        <p:spPr>
          <a:xfrm>
            <a:off x="4987650" y="2024200"/>
            <a:ext cx="128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Skill: RB, WR, TE</a:t>
            </a:r>
            <a:endParaRPr sz="11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Big skill: FB, TE</a:t>
            </a:r>
            <a:endParaRPr sz="11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28013" y="700638"/>
            <a:ext cx="3814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2"/>
                </a:solidFill>
              </a:rPr>
              <a:t>Drill vs Draft Result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572000" y="78950"/>
            <a:ext cx="4646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2"/>
                </a:solidFill>
              </a:rPr>
              <a:t>Combine Correlations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617450" y="2559575"/>
            <a:ext cx="4555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Round vs wAVOE</a:t>
            </a:r>
            <a:endParaRPr sz="135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96300" y="4123400"/>
            <a:ext cx="4678200" cy="83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waVOE (weighted approximate value over expected): measures how much a player over- or under-performed relative to the historical average for their draft slot.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9700" y="2964150"/>
            <a:ext cx="3670695" cy="2179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