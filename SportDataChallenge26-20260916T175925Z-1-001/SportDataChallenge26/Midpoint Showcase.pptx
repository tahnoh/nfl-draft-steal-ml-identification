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9800" y="130575"/>
            <a:ext cx="2558100" cy="47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The Fantastic Four</a:t>
            </a:r>
            <a:endParaRPr sz="18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5" name="Google Shape;55;p13" title="combine_corr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338" y="3024875"/>
            <a:ext cx="3814799" cy="20638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 title="wavoe_by_rou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875" y="1093050"/>
            <a:ext cx="4080998" cy="242509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" name="Google Shape;57;p13" title="Screenshot 2026-03-16 at 9.22.11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0362" y="437950"/>
            <a:ext cx="3734973" cy="2179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" name="Google Shape;58;p13"/>
          <p:cNvSpPr txBox="1"/>
          <p:nvPr/>
        </p:nvSpPr>
        <p:spPr>
          <a:xfrm>
            <a:off x="4710350" y="4620300"/>
            <a:ext cx="12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Skill: RB, WR, TE</a:t>
            </a:r>
            <a:endParaRPr sz="11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Big skill: FB, TE</a:t>
            </a:r>
            <a:endParaRPr sz="11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79800" y="700638"/>
            <a:ext cx="3814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The surplus value of players across draft rounds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572000" y="2617300"/>
            <a:ext cx="464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Correlation of combine metrics and surplus value by position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572000" y="45550"/>
            <a:ext cx="455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Players’ performance of certain skills between draft rounds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35925" y="3791925"/>
            <a:ext cx="42009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waVOE (weighted approximate value over expected): measures how much a player over- or under-performed relative to the historical average for their draft slot.</a:t>
            </a:r>
            <a:endParaRPr sz="15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